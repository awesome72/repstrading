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33B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3233B"/>
                </a:solidFill>
                <a:latin typeface="Cambria"/>
              </a:rPr>
              <a:t>확신을 갖는 데 필요한 매매 횟수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필요한 매매 횟수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승률로 판단할 때</c:v>
                  </c:pt>
                  <c:pt idx="1">
                    <c:v>평균 R로 판단할 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</c:v>
                </c:pt>
                <c:pt idx="1">
                  <c:v>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3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"/>
          <c:min val="0"/>
        </c:scaling>
        <c:delete val="0"/>
        <c:axPos val="l"/>
        <c:majorGridlines>
          <c:spPr>
            <a:ln w="12700" cap="flat">
              <a:solidFill>
                <a:srgbClr val="D3DB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트레이딩을 배우는 방식 자체를 다시 설계하는 제품입니다. 오늘은 왜 필요한지, 무엇을 만드는지, 8주 안에 무엇까지 만들지를 설명하겠습니다.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노력의 문제가 아니라는 것입니다. 결과가 실력을 반영하지 않고, 피드백이 늦고, 기억이 왜곡되는 세 가지가 겹칩니다.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도구는 잘 만들어져 있지만 학습 루프를 닫지 못합니다. 우리가 만들 것은 이들을 대체하는 게 아니라 위에 얹는 레이어입니다.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도구를 대체하지 않습니다. 차트는 TradingView를 그대로 쓰고, 우리는 채점과 판정만 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사전등록 → 블라인드 실행 → 결과잠금 채점 → R 정규화 → 게이트 판정. 각 단계가 하나의 편향을 차단합니다.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목록이 아니라 편향 차단 목록으로 읽어야 합니다. 어떤 기능을 뺄지 판단할 때 이 표를 기준으로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필드를 6개에서 3개로 줄였습니다. 30초를 넘기면 사용자는 반드시 중단하기 때문에, 필드 추가는 제로섬 규칙으로 관리합니다.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은닉으로는 부족합니다. API 응답 페이로드에서 결과 필드를 제외해야 클라이언트 우회를 막을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'나쁜 결정 × 좋은 결과' 조합이 가장 위험합니다. 제품은 이 조합의 누적 비율을 별도 지표로 상시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R-multiple, 기대값, 필요 표본 수, 규칙 준수율. 승률은 1급 지표로 배치하지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정규화가 표본 부족 문제를 푸는 실무적 열쇠입니다. 손절폭을 1R로 정의하는 순간 모든 반복이 하나의 통계 표본이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30~50 트레이드로 전략을 폐기하고 다음으로 넘어가는 순환이 가장 흔한 정체 패턴입니다. 이 한 줄이 그것을 직접 차단합니다.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G2에 n &gt;= n* 조건을 내장했습니다. 기대값이 플러스라는 주장이 표본 부족 상태로는 통과할 수 없게 만드는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MVP에서 리플레이를 제외한 것은 전략적 판단입니다. 데이터 라이선스 리스크가 최상위이고 대체재가 충분히 좋기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Star는 주간 유효 Rep 수입니다. 체류시간과 수익률 노출은 명시적 anti-goal입니다.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자가채점 신뢰도가 미해결 리스크입니다. 이것이 무너지면 결과 잠금과 게이트가 동시에 무너집니다.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8745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REPS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4320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8D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트레이딩 훈련 프로그램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361188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361188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반복을 통계로 바꾸고, 실전 투입 시점을 시스템이 판정한다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7607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기획안 · 2026.09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트레이딩은 왜 아무리 해도 안 늘까?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노력이 부족해서가 아니라, 배울 수 없는 구조이기 때문입니다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결과가 거짓말을 한다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엉터리로 산 종목이 오르고,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원칙대로 산 종목이 떨어집니다.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결과만 보고 배우면 반대로 배웁니다.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57400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피드백이 너무 늦다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사고 팔면 며칠~몇 주.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1년에 얻는 '연습 횟수'가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 번밖에 되지 않습니다.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401568" cy="2788920"/>
          </a:xfrm>
          <a:prstGeom prst="roundRect">
            <a:avLst>
              <a:gd name="adj" fmla="val 2623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057400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6060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기억이 조작된다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17520"/>
            <a:ext cx="2852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매매가 끝난 뒤에 이유를 붙입니다.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"원래 그럴 줄 알았다"가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기록을 대체합니다.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937760"/>
            <a:ext cx="100885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트레이딩은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연습해도 실력이 쌓이지 않는 환경</a:t>
            </a:r>
            <a:pPr indent="0" marL="0">
              <a:buNone/>
            </a:pPr>
            <a:r>
              <a:rPr lang="en-US" sz="16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입니다. 이 환경을 바꾸는 것이 제품의 목표입니다.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도구는 많은데, 왜 부족한가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종류를 다 써도 "내가 실력이 있나?"에 답하지 못합니다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모의투자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8288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키움 모의투자 · 한국투자 모의투자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증권사 앱과 똑같이 연습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20116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횟수가 너무 적다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 5~10번)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0632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차트 되감기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0632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되감기 기능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차트를 다시 재생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324612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점수가 안 매겨진다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그냥 '구경'으로 끝난다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2976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매매일지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2976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TradeZella · Edgewonk 등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기록과 통계 제공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44805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0" y="4480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끝난 뒤 쓴다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기억이 이미 왜곡된 상태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62356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빠져 있는 것 →  연습을 "채점"하고, 실전에 나갈 준비가 됐는지 "판정"하는 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만드는 것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6596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연습을 채점하고,
</a:t>
            </a:r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실전에 나갈 시점을 </a:t>
            </a:r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0A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시스템이 정해주는</a:t>
            </a:r>
            <a:pPr indent="0" marL="0">
              <a:lnSpc>
                <a:spcPts val="5200"/>
              </a:lnSpc>
              <a:buNone/>
            </a:pP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훈련 도구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 도구도, 매매일지도, 모의투자도 아닙니다.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위에 얹는 '측정 장치' 하나입니다.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구조 — 이 5단계가 제품의 전부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 없는 기능은 만들지 않습니다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044" y="2304288"/>
            <a:ext cx="438912" cy="438912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95044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87121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미리 적기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55264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전에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적고 잠근다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06624" y="29260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53512" y="20574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7036" y="2304288"/>
            <a:ext cx="438912" cy="438912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17036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87121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가리고 하기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255264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차트를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못 보게 막는다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28616" y="29260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75504" y="20574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9028" y="2304288"/>
            <a:ext cx="438912" cy="43891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39028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85232" y="287121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먼저 채점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3255264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보기 전에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판단을 채점한다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9260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97496" y="20574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61020" y="2304288"/>
            <a:ext cx="438912" cy="438912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6102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87121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자로 재기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3255264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매매를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'R' 단위로 통일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29260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19488" y="2057400"/>
            <a:ext cx="1965960" cy="2560320"/>
          </a:xfrm>
          <a:prstGeom prst="roundRect">
            <a:avLst>
              <a:gd name="adj" fmla="val 372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83012" y="2304288"/>
            <a:ext cx="438912" cy="438912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8301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29216" y="2871216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시험 통과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29216" y="3255264"/>
            <a:ext cx="1746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넘어야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937760"/>
            <a:ext cx="10820095" cy="914400"/>
          </a:xfrm>
          <a:prstGeom prst="roundRect">
            <a:avLst>
              <a:gd name="adj" fmla="val 8000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9377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3번이 가장 중요합니다. </a:t>
            </a:r>
            <a:pPr indent="0" marL="0">
              <a:buNone/>
            </a:pPr>
            <a:r>
              <a:rPr lang="en-US" sz="15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손익을 보기 전에 판단을 채점해야, 운으로 번 매매를 실력으로 착각하지 않습니다.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0350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5단계를 계속 반복합니다.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 단계가 막아주는 '함정'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기능마다 막는 실수가 하나씩 정해져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8745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미리 적기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874520"/>
            <a:ext cx="7985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"원래 그럴 줄 알았다" — 나중에 이유를 지어내는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52728" y="2606040"/>
            <a:ext cx="10253167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898648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8072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가리고 하기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07208"/>
            <a:ext cx="7985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이미 아는 차트로 연습하는 것 (실력이 안 늡니다)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52728" y="3538728"/>
            <a:ext cx="10253167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831336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37398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먼저 채점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739896"/>
            <a:ext cx="7985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돈을 벌었으니 잘한 판단이라고 믿는 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52728" y="4471416"/>
            <a:ext cx="10253167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764024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6725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자로 재기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672584"/>
            <a:ext cx="7985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종목·금액이 달라서 매매들이 하나로 안 합쳐지는 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52728" y="5404104"/>
            <a:ext cx="10253167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696712"/>
            <a:ext cx="384048" cy="38404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52728" y="56052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시험 통과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605272"/>
            <a:ext cx="79854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"이제 준비된 것 같다"는 근거 없는 자신감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①  연습 카드 — 매매 1번 = 카드 1장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목표 30초. 이 시간을 넘기면 아무도 쓰지 않습니다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사기 전에 적는 것 (3개)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전략인가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얼마에 틀린 걸로 볼 건가 (손절가)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목표는 얼마인가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팔고 나서 적는 것 (3개)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7939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계획대로 했는가 (예/아니오)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얼마에 팔았는가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판단은 몇 점인가 (A~D)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010912" cy="4224528"/>
          </a:xfrm>
          <a:prstGeom prst="roundRect">
            <a:avLst>
              <a:gd name="adj" fmla="val 173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카드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12280" y="2487168"/>
            <a:ext cx="43708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4871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20일선 눌림목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3108960"/>
            <a:ext cx="43708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108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3730752"/>
            <a:ext cx="437083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37307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730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4709160"/>
            <a:ext cx="4370832" cy="640080"/>
          </a:xfrm>
          <a:prstGeom prst="roundRect">
            <a:avLst>
              <a:gd name="adj" fmla="val 8571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470916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(이후 수정 불가)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544068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저장하면 계획은 못 고칩니다 — 이게 핵심입니다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②  결과 잠금 — 시장에 없는 유일한 기능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손익을 보기 전에, 내 판단부터 채점하게 만듭니다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25880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저장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2084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95928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실행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2084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65976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65976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채점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51976" y="2084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36024" y="18745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EDF1F6"/>
          </a:solidFill>
          <a:ln w="12700">
            <a:solidFill>
              <a:srgbClr val="D3DB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36024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공개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25880" y="2788920"/>
            <a:ext cx="7626096" cy="502920"/>
          </a:xfrm>
          <a:prstGeom prst="roundRect">
            <a:avLst>
              <a:gd name="adj" fmla="val 1090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2788920"/>
            <a:ext cx="7626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구간에서는 손익을 볼 수 없다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204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판단 점수는 이렇게 매깁니다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347472" cy="34747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977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계획대로 하고 손절도 지켰다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453128"/>
            <a:ext cx="347472" cy="34747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453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대체로 지켰다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928616"/>
            <a:ext cx="347472" cy="347472"/>
          </a:xfrm>
          <a:prstGeom prst="ellipse">
            <a:avLst/>
          </a:prstGeom>
          <a:solidFill>
            <a:srgbClr val="5A6B7C"/>
          </a:solidFill>
          <a:ln w="12700">
            <a:solidFill>
              <a:srgbClr val="5A6B7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928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9286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규칙을 어겼지만 손실 한도는 지켰다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404104"/>
            <a:ext cx="347472" cy="347472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404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한도를 넘겼거나 손절을 무시했다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3520440"/>
            <a:ext cx="5010912" cy="2103120"/>
          </a:xfrm>
          <a:prstGeom prst="roundRect">
            <a:avLst>
              <a:gd name="adj" fmla="val 347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3703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이게 핵심인가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41148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손익을 먼저 보면 사람은 반드시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"벌었으니 잘한 거지"라고 채점합니다.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화면에서 숨기는 정도가 아니라,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 전에는 서버가 손익 값 자체를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보내지 않도록 만듭니다.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예시 — 돈을 번 사람이 더 못한 경우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상황을 구분하지 못하면 실력은 절대 늘지 않습니다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A씨 — 손실 (-1R)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4203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계획을 미리 적고 진입했다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손절가에 정확히 손절했다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정해둔 금액만 걸었다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1만원 손실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416052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점수 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82512" y="178308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48272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B씨 — 수익 (+3R)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542032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급등하는 걸 보고 그냥 샀다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손절가를 정하지 않았다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평소보다 3배 크게 걸었다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3만원 수익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48272" y="4160520"/>
            <a:ext cx="4389120" cy="566928"/>
          </a:xfrm>
          <a:prstGeom prst="roundRect">
            <a:avLst>
              <a:gd name="adj" fmla="val 967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48272" y="41605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점수  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25780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뒤 살아남는 쪽은 A씨입니다. </a:t>
            </a:r>
            <a:pPr indent="0" marL="0">
              <a:buNone/>
            </a:pPr>
            <a:r>
              <a:rPr lang="en-US" sz="15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B씨는 이번에 번 3만원 때문에 같은 방식을 반복하게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③  보여주는 숫자는 딱 4개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숫자가 많으면 아무것도 안 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825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825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1031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손절폭을 1로 놓고 재는 자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"2R 벌었다" = 손절폭의 2배를 벌었다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8288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24825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24825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평균 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65592" y="21031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매매의 평균 성적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+0.2R이면 한 번에 평균 0.2배씩 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1363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56742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5674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 횟수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18795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"실력인지 운인지" 판정하려면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 몇 번 더 해야 하는지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352" y="391363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456742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65392" y="45674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지킨 비율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4187952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계획대로 실행한 매매의 비율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넘어야 다음 단계로 갑니다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05332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승률(몇 % 맞췄나)은 일부러 크게 보여주지 않습니다 — 다음 장에서 이유를 설명합니다.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'R'이 뭔가요? — 숫자로 보면 간단합니다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 대신 R로 세면, 서로 다른 매매가 하나의 성적표로 합쳐집니다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093976"/>
            <a:ext cx="475488" cy="47548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손실 한도를 정한다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31720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 1,000만원 → 한 번에 10만원까지만 잃겠다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10만원이 = 1R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044952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55848"/>
            <a:ext cx="475488" cy="47548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55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27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손절가를 정한다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93592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70,000원에 매수, 68,000원에 손절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 2,000원 손실 → 50주 매수 (= 10만원)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306824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617720"/>
            <a:ext cx="475488" cy="475488"/>
          </a:xfrm>
          <a:prstGeom prst="ellipse">
            <a:avLst/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897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결과를 R로 읽는다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55464"/>
            <a:ext cx="9448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74,000원에 매도 → 주당 4,000원 = 손절폭의 2배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+2R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557784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57784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삼성전자든 카카오든, 100만원이든 1억이든 —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'R'로 바꾸면 한 줄에 세울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100번 해봐도 모를까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승률로 판단하면 400번, R로 판단하면 144번이면 됩니다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83080"/>
            <a:ext cx="4142232" cy="3200400"/>
          </a:xfrm>
          <a:prstGeom prst="roundRect">
            <a:avLst>
              <a:gd name="adj" fmla="val 2286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100번은 동전던지기와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구별되지 않습니다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834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승률 55%인 전략을 100번 해봐도,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실력은 45%~65% 사이 어딘가입니다.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대부분의 사람이 30~50번 해보고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방법 안 되네" 하며 버립니다.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제품은 화면 맨 위에 이렇게 띄웁니다.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25780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63번  ·  결론까지 81번 남음  ·  평균 +0.18R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④  3단계 시험 — 통과해야 다음으로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"이제 준비된 것 같다"는 자기 판단을 제거합니다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08483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4871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전략 하나만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300번 반복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78408" y="3401568"/>
            <a:ext cx="2816352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352044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조건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822192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지킨 비율 95% 이상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점수 A·B가 80% 이상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3291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182880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0016" y="208483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4871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전략 3개를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섞어서 300번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700016" y="3401568"/>
            <a:ext cx="2816352" cy="0"/>
          </a:xfrm>
          <a:prstGeom prst="line">
            <a:avLst/>
          </a:prstGeom>
          <a:noFill/>
          <a:ln w="12700">
            <a:solidFill>
              <a:srgbClr val="D3DB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0016" y="352044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조건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3822192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전략인지 맞히기 70% 이상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+0.2R 이상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횟수가 충분할 것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808976" y="3291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9016" y="1828800"/>
            <a:ext cx="3401568" cy="3246120"/>
          </a:xfrm>
          <a:prstGeom prst="roundRect">
            <a:avLst>
              <a:gd name="adj" fmla="val 2254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1624" y="208483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21624" y="2487168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돈으로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소액 100번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421624" y="3401568"/>
            <a:ext cx="2816352" cy="0"/>
          </a:xfrm>
          <a:prstGeom prst="line">
            <a:avLst/>
          </a:prstGeom>
          <a:noFill/>
          <a:ln w="12700">
            <a:solidFill>
              <a:srgbClr val="3A516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21624" y="352044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조건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21624" y="3822192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대비 성적 하락 30% 이내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손실 한도 위반 0회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3492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건너뛸 수 없고, 성적이 떨어지면 이전 단계로 되돌아갑니다.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74243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2단계의 '횟수가 충분할 것' 조건이 핵심입니다 — 표본이 모자라면 성적이 좋아도 통과시키지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8주 안에 만들 것 / 만들지 않을 것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빼는 결정이 넣는 결정보다 중요합니다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만든다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42032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카드 (30초 입력)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잠금 채점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4개 대시보드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시험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526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차트는 직접 만들지 않고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TradingView를 그대로 씁니다.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남들이 이미 잘하는 건 빌립니다.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11112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만들지 않는다 (나중에)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542032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차트 되감기 → 데이터 사용료 문제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폭락장 전용 연습 → 위 기능에 딸림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증권사 계좌 자동 연동 → 개발량 큼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그룹·코칭 기능 → 기업 대상 확장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4526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남들에게 없는 기능(결과 잠금)만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만들어서 검증합니다.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053328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30명 · 8주 · 중단 기준: 카드 작성이 45초를 넘거나 채점 완료율이 70% 미만이면 기능 추가를 멈춘다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성공했는지 어떻게 아나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7899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'많이 썼다'가 아니라 '제대로 반복했다'로 잽니다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9923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 제대로 완성한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횟수 (중앙값)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83864" y="18745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21024" y="2148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30초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99923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 카드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시간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2148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99923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채점까지 끝낸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9992" y="18745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17152" y="21488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17152" y="299923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 뒤에도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쓰는 비율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343400"/>
            <a:ext cx="10820095" cy="1737360"/>
          </a:xfrm>
          <a:prstGeom prst="roundRect">
            <a:avLst>
              <a:gd name="adj" fmla="val 4211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일부러 올리지 않는 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010912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사용 시간 — 짧을수록 좋은 제품입니다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수익률 표시 — 보여주는 순간 결과편향이 되살아납니다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 순위표 — 운 좋은 사람이 1등이 됩니다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1732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문장으로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659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연습 횟수를 </a:t>
            </a:r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0A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성적표</a:t>
            </a:r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 바꾸고,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실전에 나갈 날짜를 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0A3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기분이 아니라 숫자</a:t>
            </a:r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정하게 만드는 도구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7273"/>
            </a:avLst>
          </a:prstGeom>
          <a:solidFill>
            <a:srgbClr val="1E3552"/>
          </a:solidFill>
          <a:ln w="12700">
            <a:solidFill>
              <a:srgbClr val="1E35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470916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가장 큰 숙제 — 판단 점수를 스스로 매기게 하면, 자기에게 후하게 줄 수 있습니다.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8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베타에서 '계획 지킨 비율'과 '판단 점수'가 서로 맞는지 교차 검증할 예정입니다.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트레이딩 훈련 프로그램 REPS</dc:title>
  <dc:subject>PptxGenJS Presentation</dc:subject>
  <dc:creator>REPS</dc:creator>
  <cp:lastModifiedBy>REPS</cp:lastModifiedBy>
  <cp:revision>1</cp:revision>
  <dcterms:created xsi:type="dcterms:W3CDTF">2026-09-09T11:13:04Z</dcterms:created>
  <dcterms:modified xsi:type="dcterms:W3CDTF">2026-09-09T11:13:04Z</dcterms:modified>
</cp:coreProperties>
</file>